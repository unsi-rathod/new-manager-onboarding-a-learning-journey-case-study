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 DESIGN CASE STUDY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90-Day New Manager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Journey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organizational scenario created to demonstrate my learning design approach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Unsi Rathod  •  Case study for Senior Analyst, Learning Developer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 TO LEARNING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Design Learning That Sticks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performance problem, learner needs, and stakeholder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83880" y="2624328"/>
            <a:ext cx="274320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2807208"/>
            <a:ext cx="8247888" cy="713232"/>
          </a:xfrm>
          <a:prstGeom prst="roundRect">
            <a:avLst>
              <a:gd name="adj" fmla="val 12821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81328" y="2807208"/>
            <a:ext cx="7699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gap into measurable objectives and a structured learning journey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51976" y="3465576"/>
            <a:ext cx="274320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1591056" y="3648456"/>
            <a:ext cx="8631936" cy="713232"/>
          </a:xfrm>
          <a:prstGeom prst="roundRect">
            <a:avLst>
              <a:gd name="adj" fmla="val 12821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65376" y="3648456"/>
            <a:ext cx="80832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practical learning experiences, practice opportunities, and point-of-need resources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720072" y="4306824"/>
            <a:ext cx="274320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75104" y="4489704"/>
            <a:ext cx="9015984" cy="713232"/>
          </a:xfrm>
          <a:prstGeom prst="roundRect">
            <a:avLst>
              <a:gd name="adj" fmla="val 12821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49424" y="4489704"/>
            <a:ext cx="84673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learning, behavior, and relevant business outcomes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488168" y="5148072"/>
            <a:ext cx="274320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2359152" y="5330952"/>
            <a:ext cx="9400032" cy="713232"/>
          </a:xfrm>
          <a:prstGeom prst="roundRect">
            <a:avLst>
              <a:gd name="adj" fmla="val 12821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33472" y="5330952"/>
            <a:ext cx="8851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transfer through practice, feedback, job aids, and spaced reinforcement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PERFORMANCE &amp; LEARNING NEEDS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Program Was Needed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promoted managers were identified as needing stronger support during their first 90 days, particularly around delegation, coaching, and feedback conversations.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understood their new responsibilities conceptually but needed greater consistency and practice applying coaching, delegation, and feedback skills.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554480"/>
            <a:ext cx="5376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Heard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95681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Partners flagged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231136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delegation practices across new-manager cohorts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6700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615184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Skip-level surveys showed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889504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1:1s lacked a structured feedback framework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328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27355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interviews cited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547872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coaching support as a top driver of early attrition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3EB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Learning Intervention Can Address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91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practice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49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coaching capability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69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reinforcement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114800"/>
            <a:ext cx="5376672" cy="1965960"/>
          </a:xfrm>
          <a:prstGeom prst="roundRect">
            <a:avLst>
              <a:gd name="adj" fmla="val 4651"/>
            </a:avLst>
          </a:prstGeom>
          <a:solidFill>
            <a:srgbClr val="E3EB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25196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Requires Non-Training Intervention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709160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issues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029200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issues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349240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workload / capacity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5669280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or process barriers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LEARNING PATHWAY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Journey: A 90-Day Pathway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4434840"/>
          </a:xfrm>
          <a:prstGeom prst="roundRect">
            <a:avLst>
              <a:gd name="adj" fmla="val 2667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163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724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knowledge and confidence in the manager role.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Manager Essentials workshop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mentor assigned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job-aid library access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1645920"/>
            <a:ext cx="3429000" cy="4434840"/>
          </a:xfrm>
          <a:prstGeom prst="roundRect">
            <a:avLst>
              <a:gd name="adj" fmla="val 2667"/>
            </a:avLst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4296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5429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8163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312724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3337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coaching, feedback, and delegation skills in realistic workplace situations.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416052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Conversations workshop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coaching practice + feedback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cohort community kickoff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11312" y="1645920"/>
            <a:ext cx="3429000" cy="4434840"/>
          </a:xfrm>
          <a:prstGeom prst="roundRect">
            <a:avLst>
              <a:gd name="adj" fmla="val 2667"/>
            </a:avLst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485632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856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85632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85632" y="28163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85632" y="312724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485632" y="3337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application and identify ongoing development needs.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485632" y="416052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real scenario case review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Skip-level check-in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development plan set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9963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move from knowledge → practice → application → sustained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SAMPLE WORKSHOP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 Conversations That Stick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live virtual workshop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managers, 0–6 months in role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session + breakout practice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5361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472184"/>
            <a:ext cx="6611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(10 min)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755648"/>
            <a:ext cx="6611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a recent feedback moment, individually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2494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185416"/>
            <a:ext cx="6611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Model (15 min)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468880"/>
            <a:ext cx="6611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introduces SBI and demonstrates a short feedback conversation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29626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8056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898648"/>
            <a:ext cx="6611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(40 min)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182112"/>
            <a:ext cx="6611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using realistic manager scenarios with structured peer feedback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6758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611880"/>
            <a:ext cx="6611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(15 min)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3895344"/>
            <a:ext cx="6611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one coaching conversation this week; job aid handed out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438912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8056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4325112"/>
            <a:ext cx="6611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4608576"/>
            <a:ext cx="6611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complete a short scenario-based knowledge check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3EB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367528"/>
            <a:ext cx="10543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 managers will identify the SBI framework's components, construct an SBI statement from a scenario, practice delivering it, and apply it to a real conversation.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9963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adult learning principles — practice-based, immediately applicable, peer feedback loop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SUPPORTING JOB AID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Job Aid: The SBI Feedback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516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when and where the behavior occurred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5682996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82996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4290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specific, observable behavior — not an interpretation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11312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514332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1433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4290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effect it had on the team, client, or outcome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02920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Situation — the client update meeting.  Behavior — the revised timeline slide was skipped.  Impact — three deliverables slipped by a week.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pocket reference card — printed and embedded in the manager's 1:1 meeting template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MEASUREMENT &amp;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What Matters: Evaluation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9464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01368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2424" y="1600200"/>
            <a:ext cx="2569464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2102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15384" y="1801368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2569464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4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1801368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79992" y="1600200"/>
            <a:ext cx="2569464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308592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0859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02952" y="1801368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690872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survey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/ 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observation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30 / 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Direct-report pulse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Kirkpatrick's Four Levels of Evaluation, applied to a coaching-skills outcome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RETENTION &amp; TRANSFER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Sustaining the Learning Long-Term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Reinforcement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48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5-minute microlearning nudge plus one application activity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34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Cohort Community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 peer accountability group around real manager challenges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8620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Skip-Level Checkpoints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519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progress and barriers at Day 90 and Day 180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377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Job Aids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303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reference available directly inside the 1:1 workflow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I'D COLLABORATE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Collaboration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the business need and defines success measures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1645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54296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429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Strategist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program alignment and overall learning strategy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11312" y="1645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E3EB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5632" y="18745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Developer (me)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needs analysis, curriculum architecture, and the learning journey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17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Designer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9834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learning assets and interaction design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9976" y="3794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4296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4296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54296" y="4617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Business Leader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54296" y="49834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content and reviews realistic scenarios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11312" y="3794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CAD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485632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8563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85632" y="4617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85632" y="49834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measurement and reporting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89788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business and learner needs into a structured learning journey and coordinate design decisions across every stakeholder above.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 LIFE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Digital Learning: A Feedback Scenario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10451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new manager. A team member has repeatedly submitted client reports after the agreed deadline. How would you address the situation?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need to be more responsible with deadlines.”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2788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7E7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08576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2461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last three client reports were submitted after the agreed deadline, which delayed the team's review.”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11312" y="2788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9912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85632" y="32461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are you always late with your work?”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52628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this response describes an observable behavior and its impact without making a judgment about the employee.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say next?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branching scenario — the kind of low-fidelity interactive check embedded in the digital course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MY THINKING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&amp; What I'd Validate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prioritized practice over additional content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identified gap was application of feedback skills, not knowledge.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16459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54296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429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45059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multiple reinforcement mechanisms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154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single workshop is unlikely to create sustained behavioral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11312" y="16459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563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45059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included job aids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154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managers need point-of-need support during real conversations.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27939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LAUNCH, I WOULD VALIDATE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617720"/>
            <a:ext cx="5042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coaching actually the primary performance gap?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77356" y="4617720"/>
            <a:ext cx="5042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manager behaviors have the greatest business impact?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029200"/>
            <a:ext cx="5042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manager-development resources can be reused?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77356" y="5029200"/>
            <a:ext cx="5042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baseline data is available?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440680"/>
            <a:ext cx="5042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delivery channels and LMS capabilities are available?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77356" y="5440680"/>
            <a:ext cx="5042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outcome should define success?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About How I'd Approach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Team's Learning Priorities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 Rathod  •  unsirathod5@gmail.com  •  github.com/unsi-rathod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2026-09-22T04:57:36Z</dcterms:created>
  <dcterms:modified xsi:type="dcterms:W3CDTF">2026-09-22T04:57:36Z</dcterms:modified>
</cp:coreProperties>
</file>